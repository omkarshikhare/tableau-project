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0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8963" y="1327666"/>
            <a:ext cx="7772400" cy="2707390"/>
          </a:xfrm>
        </p:spPr>
        <p:txBody>
          <a:bodyPr>
            <a:normAutofit/>
          </a:bodyPr>
          <a:lstStyle/>
          <a:p>
            <a:r>
              <a:rPr sz="5400" dirty="0"/>
              <a:t>Sales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Problem Statements, Objectives, Insights, and Recommendations</a:t>
            </a:r>
          </a:p>
          <a:p>
            <a:endParaRPr sz="2000" dirty="0"/>
          </a:p>
          <a:p>
            <a:r>
              <a:rPr sz="2000" dirty="0"/>
              <a:t>Created using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86639"/>
            <a:ext cx="8229600" cy="3258879"/>
          </a:xfrm>
        </p:spPr>
        <p:txBody>
          <a:bodyPr>
            <a:normAutofit/>
          </a:bodyPr>
          <a:lstStyle/>
          <a:p>
            <a:r>
              <a:rPr sz="2800" dirty="0"/>
              <a:t>This presentation provides a summary of analytical insights generated from the Superstore dataset using Tableau. Each slide highlights a specific problem area along with its objective, key insights, and actionable recommendations.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33695F-2551-EF3F-CE61-05A0BF99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196" y="1031358"/>
            <a:ext cx="3338537" cy="58851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Category-wise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5284"/>
          </a:xfrm>
        </p:spPr>
        <p:txBody>
          <a:bodyPr wrap="square">
            <a:normAutofit/>
          </a:bodyPr>
          <a:lstStyle/>
          <a:p>
            <a:r>
              <a:rPr sz="1800" dirty="0"/>
              <a:t>Problem Statement:</a:t>
            </a:r>
          </a:p>
          <a:p>
            <a:r>
              <a:rPr sz="1800" dirty="0"/>
              <a:t>The company needs to identify which product</a:t>
            </a:r>
            <a:endParaRPr lang="en-US" sz="1800" dirty="0"/>
          </a:p>
          <a:p>
            <a:pPr marL="0" indent="0">
              <a:buNone/>
            </a:pPr>
            <a:r>
              <a:rPr sz="1800" dirty="0"/>
              <a:t> categories generate the most sales to improve strategy.</a:t>
            </a:r>
          </a:p>
          <a:p>
            <a:endParaRPr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endParaRPr sz="1800" dirty="0"/>
          </a:p>
          <a:p>
            <a:r>
              <a:rPr sz="1800" dirty="0"/>
              <a:t>Insights:</a:t>
            </a:r>
          </a:p>
          <a:p>
            <a:r>
              <a:rPr sz="1800" dirty="0"/>
              <a:t>Technology leads; </a:t>
            </a:r>
            <a:r>
              <a:rPr lang="en-US" sz="1800" dirty="0"/>
              <a:t>Office Supplies</a:t>
            </a:r>
            <a:r>
              <a:rPr sz="1800" dirty="0"/>
              <a:t> lags.</a:t>
            </a:r>
          </a:p>
          <a:p>
            <a:endParaRPr sz="1800" dirty="0"/>
          </a:p>
          <a:p>
            <a:r>
              <a:rPr sz="1800" dirty="0"/>
              <a:t>Recommendations:</a:t>
            </a:r>
          </a:p>
          <a:p>
            <a:r>
              <a:rPr sz="1800" dirty="0"/>
              <a:t>Boost </a:t>
            </a:r>
            <a:r>
              <a:rPr lang="en-US" sz="1800" dirty="0"/>
              <a:t>office supplies</a:t>
            </a:r>
            <a:r>
              <a:rPr sz="1800" dirty="0"/>
              <a:t> sales through marketing.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615DCF-A6A3-6167-2A58-2CB0A66A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44" y="2094614"/>
            <a:ext cx="6660628" cy="43221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Sub-Category-wise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019" y="1600200"/>
            <a:ext cx="8229600" cy="5321595"/>
          </a:xfrm>
        </p:spPr>
        <p:txBody>
          <a:bodyPr wrap="square">
            <a:normAutofit fontScale="92500" lnSpcReduction="10000"/>
          </a:bodyPr>
          <a:lstStyle/>
          <a:p>
            <a:r>
              <a:rPr sz="1800" dirty="0"/>
              <a:t>Problem Statement:</a:t>
            </a:r>
          </a:p>
          <a:p>
            <a:r>
              <a:rPr sz="1800" dirty="0"/>
              <a:t>Management wants to find top and low-selling sub-categories to guide inventory decisions.</a:t>
            </a:r>
          </a:p>
          <a:p>
            <a:endParaRPr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endParaRPr sz="1800" dirty="0"/>
          </a:p>
          <a:p>
            <a:r>
              <a:rPr sz="1800" dirty="0"/>
              <a:t>Insights:</a:t>
            </a:r>
          </a:p>
          <a:p>
            <a:r>
              <a:rPr sz="1800" dirty="0"/>
              <a:t>Phones and Chairs 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sz="1800" dirty="0"/>
              <a:t>perform best.</a:t>
            </a:r>
          </a:p>
          <a:p>
            <a:endParaRPr sz="1800" dirty="0"/>
          </a:p>
          <a:p>
            <a:r>
              <a:rPr sz="1800" dirty="0"/>
              <a:t>Recommendations:</a:t>
            </a:r>
          </a:p>
          <a:p>
            <a:r>
              <a:rPr sz="1800" dirty="0"/>
              <a:t>Focus on top performers; reevaluate weak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76F8DF-D122-63D3-8315-51FB70A9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527" y="1111103"/>
            <a:ext cx="3911018" cy="57574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Category vs Sales &amp;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42121"/>
          </a:xfrm>
        </p:spPr>
        <p:txBody>
          <a:bodyPr wrap="square">
            <a:normAutofit lnSpcReduction="10000"/>
          </a:bodyPr>
          <a:lstStyle/>
          <a:p>
            <a:r>
              <a:rPr sz="1800" dirty="0"/>
              <a:t>Problem Statement:</a:t>
            </a:r>
          </a:p>
          <a:p>
            <a:r>
              <a:rPr sz="1800" dirty="0"/>
              <a:t>Determine if a few categories contribute 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</a:t>
            </a:r>
            <a:r>
              <a:rPr sz="1800" dirty="0"/>
              <a:t>most to sales and profit.</a:t>
            </a:r>
          </a:p>
          <a:p>
            <a:endParaRPr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sz="1800" dirty="0"/>
          </a:p>
          <a:p>
            <a:r>
              <a:rPr sz="1800" dirty="0"/>
              <a:t>Insights:</a:t>
            </a:r>
          </a:p>
          <a:p>
            <a:r>
              <a:rPr sz="1800" dirty="0"/>
              <a:t>Technology &amp; Office Supplies 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</a:t>
            </a:r>
            <a:r>
              <a:rPr sz="1800" dirty="0"/>
              <a:t>dominate revenue.</a:t>
            </a:r>
          </a:p>
          <a:p>
            <a:endParaRPr sz="1800" dirty="0"/>
          </a:p>
          <a:p>
            <a:r>
              <a:rPr sz="1800" dirty="0"/>
              <a:t>Recommendations:</a:t>
            </a:r>
          </a:p>
          <a:p>
            <a:r>
              <a:rPr sz="1800" dirty="0"/>
              <a:t>Focus on top categories for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2674ED-8240-DD69-5488-584FA95A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275" y="2356372"/>
            <a:ext cx="6735726" cy="36338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</a:t>
            </a:r>
            <a:r>
              <a:rPr dirty="0"/>
              <a:t> by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 wrap="square">
            <a:normAutofit fontScale="77500" lnSpcReduction="20000"/>
          </a:bodyPr>
          <a:lstStyle/>
          <a:p>
            <a:r>
              <a:rPr dirty="0"/>
              <a:t>Problem Statement:</a:t>
            </a:r>
          </a:p>
          <a:p>
            <a:r>
              <a:rPr dirty="0"/>
              <a:t>Find states with low profits despite high sales.</a:t>
            </a:r>
          </a:p>
          <a:p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Insights:</a:t>
            </a:r>
          </a:p>
          <a:p>
            <a:r>
              <a:rPr dirty="0"/>
              <a:t>California leads; </a:t>
            </a:r>
            <a:endParaRPr lang="en-US" dirty="0"/>
          </a:p>
          <a:p>
            <a:r>
              <a:rPr dirty="0"/>
              <a:t>Texas lags.</a:t>
            </a:r>
          </a:p>
          <a:p>
            <a:endParaRPr dirty="0"/>
          </a:p>
          <a:p>
            <a:r>
              <a:rPr dirty="0"/>
              <a:t>Recommendations:</a:t>
            </a:r>
          </a:p>
          <a:p>
            <a:r>
              <a:rPr dirty="0"/>
              <a:t>Review discounts in low-profit states.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3B0C9-3DE1-2D18-1033-1D178674A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955CF3-C1B4-652F-9B59-38FCF646A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523" y="1265274"/>
            <a:ext cx="5423280" cy="54689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5D80A3-7EF0-AF39-7A21-B67CF11F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Profit by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7F060-BC6A-9080-94E0-F3238ADCC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 wrap="square">
            <a:normAutofit fontScale="70000" lnSpcReduction="20000"/>
          </a:bodyPr>
          <a:lstStyle/>
          <a:p>
            <a:r>
              <a:rPr dirty="0"/>
              <a:t>Problem Statement:</a:t>
            </a:r>
          </a:p>
          <a:p>
            <a:r>
              <a:rPr dirty="0"/>
              <a:t>Find states with </a:t>
            </a:r>
            <a:endParaRPr lang="en-US" dirty="0"/>
          </a:p>
          <a:p>
            <a:r>
              <a:rPr dirty="0"/>
              <a:t>low profits despite high sales.</a:t>
            </a:r>
          </a:p>
          <a:p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Insights:</a:t>
            </a:r>
          </a:p>
          <a:p>
            <a:r>
              <a:rPr dirty="0"/>
              <a:t>California leads; </a:t>
            </a:r>
            <a:endParaRPr lang="en-US" dirty="0"/>
          </a:p>
          <a:p>
            <a:r>
              <a:rPr dirty="0"/>
              <a:t>Texas lags.</a:t>
            </a:r>
          </a:p>
          <a:p>
            <a:endParaRPr dirty="0"/>
          </a:p>
          <a:p>
            <a:r>
              <a:rPr dirty="0"/>
              <a:t>Recommendations:</a:t>
            </a:r>
          </a:p>
          <a:p>
            <a:r>
              <a:rPr dirty="0"/>
              <a:t>Review discounts in </a:t>
            </a:r>
            <a:endParaRPr lang="en-US" dirty="0"/>
          </a:p>
          <a:p>
            <a:r>
              <a:rPr dirty="0"/>
              <a:t>low-profit states.</a:t>
            </a:r>
          </a:p>
        </p:txBody>
      </p:sp>
    </p:spTree>
    <p:extLst>
      <p:ext uri="{BB962C8B-B14F-4D97-AF65-F5344CB8AC3E}">
        <p14:creationId xmlns:p14="http://schemas.microsoft.com/office/powerpoint/2010/main" val="362394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2501D6-A654-5F0F-B38B-0C9A4D586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722" y="606147"/>
            <a:ext cx="7305728" cy="52151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 wrap="square">
            <a:normAutofit fontScale="85000" lnSpcReduction="20000"/>
          </a:bodyPr>
          <a:lstStyle/>
          <a:p>
            <a:r>
              <a:rPr dirty="0"/>
              <a:t>Problem Statement:</a:t>
            </a:r>
          </a:p>
          <a:p>
            <a:r>
              <a:rPr dirty="0"/>
              <a:t>Understand seasonality in sales.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endParaRPr dirty="0"/>
          </a:p>
          <a:p>
            <a:r>
              <a:rPr dirty="0"/>
              <a:t>Insights:</a:t>
            </a:r>
          </a:p>
          <a:p>
            <a:r>
              <a:rPr dirty="0"/>
              <a:t>Sales peak in Nov-Dec.</a:t>
            </a:r>
          </a:p>
          <a:p>
            <a:endParaRPr dirty="0"/>
          </a:p>
          <a:p>
            <a:r>
              <a:rPr dirty="0"/>
              <a:t>Recommendations:</a:t>
            </a:r>
          </a:p>
          <a:p>
            <a:r>
              <a:rPr dirty="0"/>
              <a:t>Prepare inventory before peak season.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4C6FF57-BB6D-8797-E6DE-2EA13E26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435" y="2312581"/>
            <a:ext cx="4708829" cy="39659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 wrap="square">
            <a:normAutofit fontScale="85000" lnSpcReduction="20000"/>
          </a:bodyPr>
          <a:lstStyle/>
          <a:p>
            <a:r>
              <a:rPr dirty="0"/>
              <a:t>Problem Statement:</a:t>
            </a:r>
          </a:p>
          <a:p>
            <a:r>
              <a:rPr dirty="0"/>
              <a:t>Identify most valuable customer segments.</a:t>
            </a:r>
          </a:p>
          <a:p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endParaRPr dirty="0"/>
          </a:p>
          <a:p>
            <a:r>
              <a:rPr dirty="0"/>
              <a:t>Insights:</a:t>
            </a:r>
          </a:p>
          <a:p>
            <a:r>
              <a:rPr dirty="0"/>
              <a:t>Consumers drive revenue.</a:t>
            </a:r>
          </a:p>
          <a:p>
            <a:endParaRPr dirty="0"/>
          </a:p>
          <a:p>
            <a:r>
              <a:rPr dirty="0"/>
              <a:t>Recommendations:</a:t>
            </a:r>
          </a:p>
          <a:p>
            <a:r>
              <a:rPr dirty="0"/>
              <a:t>Retain Corporate; grow Consumer.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6B38-D99D-4A86-13BE-71B83D94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8344"/>
            <a:ext cx="8229600" cy="5209953"/>
          </a:xfrm>
        </p:spPr>
        <p:txBody>
          <a:bodyPr>
            <a:normAutofit/>
          </a:bodyPr>
          <a:lstStyle/>
          <a:p>
            <a:r>
              <a:rPr lang="en-US" sz="8000" b="1" dirty="0"/>
              <a:t>Thank You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330127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285</Words>
  <Application>Microsoft Office PowerPoint</Application>
  <PresentationFormat>On-screen Show (4:3)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Sales Analysis Dashboard</vt:lpstr>
      <vt:lpstr>Introduction</vt:lpstr>
      <vt:lpstr>Category-wise Sales</vt:lpstr>
      <vt:lpstr>Sub-Category-wise Sales</vt:lpstr>
      <vt:lpstr>Category vs Sales &amp; Profit</vt:lpstr>
      <vt:lpstr>Sales by State</vt:lpstr>
      <vt:lpstr>Profit by State</vt:lpstr>
      <vt:lpstr>Monthly Sales Trend</vt:lpstr>
      <vt:lpstr>Customer Segment Performance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Omkar Shikhare</dc:creator>
  <cp:keywords/>
  <dc:description>generated using python-pptx</dc:description>
  <cp:lastModifiedBy>omkar shikhare</cp:lastModifiedBy>
  <cp:revision>3</cp:revision>
  <dcterms:created xsi:type="dcterms:W3CDTF">2013-01-27T09:14:16Z</dcterms:created>
  <dcterms:modified xsi:type="dcterms:W3CDTF">2025-10-11T05:57:42Z</dcterms:modified>
  <cp:category/>
</cp:coreProperties>
</file>